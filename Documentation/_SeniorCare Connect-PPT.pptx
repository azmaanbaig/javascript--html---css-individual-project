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La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La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italic.fntdata"/><Relationship Id="rId14" Type="http://schemas.openxmlformats.org/officeDocument/2006/relationships/font" Target="fonts/Lato-bold.fntdata"/><Relationship Id="rId16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56d18b6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56d18b6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56d18b66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56d18b66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56d18b663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56d18b663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56d18b663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56d18b663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56d18b663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56d18b663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56d18b663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56d18b663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56d18b663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56d18b663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263925" y="2571750"/>
            <a:ext cx="8520600" cy="14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507">
                <a:solidFill>
                  <a:schemeClr val="lt1"/>
                </a:solidFill>
              </a:rPr>
              <a:t> SeniorCare Connect: An Elder-Care Caregiver Booking Platform </a:t>
            </a:r>
            <a:endParaRPr b="1" sz="6507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307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42">
                <a:solidFill>
                  <a:schemeClr val="lt1"/>
                </a:solidFill>
              </a:rPr>
              <a:t> </a:t>
            </a:r>
            <a:r>
              <a:rPr b="1" lang="en-GB" sz="5710">
                <a:solidFill>
                  <a:schemeClr val="lt1"/>
                </a:solidFill>
              </a:rPr>
              <a:t>Student Name:</a:t>
            </a:r>
            <a:r>
              <a:rPr lang="en-GB" sz="5710">
                <a:solidFill>
                  <a:schemeClr val="lt1"/>
                </a:solidFill>
              </a:rPr>
              <a:t> Azmaan Baig</a:t>
            </a:r>
            <a:endParaRPr sz="571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1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710">
                <a:solidFill>
                  <a:schemeClr val="lt1"/>
                </a:solidFill>
              </a:rPr>
              <a:t>Details:</a:t>
            </a:r>
            <a:r>
              <a:rPr lang="en-GB" sz="5710">
                <a:solidFill>
                  <a:schemeClr val="lt1"/>
                </a:solidFill>
              </a:rPr>
              <a:t> B.Tech CSE (2025-29) | Roll No: 150096725172</a:t>
            </a:r>
            <a:endParaRPr sz="571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571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GB" sz="5710">
                <a:solidFill>
                  <a:schemeClr val="lt1"/>
                </a:solidFill>
              </a:rPr>
              <a:t>Subject:</a:t>
            </a:r>
            <a:r>
              <a:rPr lang="en-GB" sz="5710">
                <a:solidFill>
                  <a:schemeClr val="lt1"/>
                </a:solidFill>
              </a:rPr>
              <a:t> Web Development (HTML, CSS, JavaScript)</a:t>
            </a:r>
            <a:endParaRPr sz="571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32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Problem Statement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Your solution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Working (Method/Mind map)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Conclusion.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3147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ct val="100000"/>
              <a:buAutoNum type="arabicPeriod"/>
            </a:pPr>
            <a:r>
              <a:rPr lang="en-GB" sz="1800">
                <a:solidFill>
                  <a:srgbClr val="980000"/>
                </a:solidFill>
              </a:rPr>
              <a:t>Problem Statement</a:t>
            </a:r>
            <a:endParaRPr sz="18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 Problem Statement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The Challenge:</a:t>
            </a:r>
            <a:r>
              <a:rPr lang="en-GB" sz="1100">
                <a:solidFill>
                  <a:schemeClr val="dk1"/>
                </a:solidFill>
              </a:rPr>
              <a:t> Families often struggle to find trusted, verified caregivers for elderly members requiring medical or emotional support.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Transparency Issues:</a:t>
            </a:r>
            <a:r>
              <a:rPr lang="en-GB" sz="1100">
                <a:solidFill>
                  <a:schemeClr val="dk1"/>
                </a:solidFill>
              </a:rPr>
              <a:t> Understanding service costs and verifying caregiver credentials can be time-consuming and difficult manually.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Need for Efficiency:</a:t>
            </a:r>
            <a:r>
              <a:rPr lang="en-GB" sz="1100">
                <a:solidFill>
                  <a:schemeClr val="dk1"/>
                </a:solidFill>
              </a:rPr>
              <a:t> There is a lack of centralized, interactive digital interfaces that simplify the selection and booking process for senior care.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3. </a:t>
            </a:r>
            <a:r>
              <a:rPr lang="en-GB" sz="170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Proposed Solution</a:t>
            </a:r>
            <a:endParaRPr>
              <a:solidFill>
                <a:srgbClr val="98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</a:rPr>
              <a:t>Slide 3: Proposed Solution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The Platform:</a:t>
            </a:r>
            <a:r>
              <a:rPr lang="en-GB" sz="1100">
                <a:solidFill>
                  <a:schemeClr val="dk1"/>
                </a:solidFill>
              </a:rPr>
              <a:t> A responsive, multi-page web application designed for booking trained caregivers.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Key Features: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Service Catalog:</a:t>
            </a:r>
            <a:r>
              <a:rPr lang="en-GB" sz="1100">
                <a:solidFill>
                  <a:schemeClr val="dk1"/>
                </a:solidFill>
              </a:rPr>
              <a:t> Users can select specific care types like Medical, Companion, or Post-Surgery care.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Verified Profiles:</a:t>
            </a:r>
            <a:r>
              <a:rPr lang="en-GB" sz="1100">
                <a:solidFill>
                  <a:schemeClr val="dk1"/>
                </a:solidFill>
              </a:rPr>
              <a:t> Integration of "Trust Indicators" including background checks and certification badges.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Dynamic Booking:</a:t>
            </a:r>
            <a:r>
              <a:rPr lang="en-GB" sz="1100">
                <a:solidFill>
                  <a:schemeClr val="dk1"/>
                </a:solidFill>
              </a:rPr>
              <a:t> A real-time interface to choose dates, durations, and calculate costs instantly.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980000"/>
                </a:solidFill>
              </a:rPr>
              <a:t>4. </a:t>
            </a:r>
            <a:r>
              <a:rPr lang="en-GB" sz="1600">
                <a:solidFill>
                  <a:srgbClr val="980000"/>
                </a:solidFill>
              </a:rPr>
              <a:t>Working (Methodology &amp; Logic)</a:t>
            </a:r>
            <a:endParaRPr sz="2700">
              <a:solidFill>
                <a:srgbClr val="98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</a:rPr>
              <a:t>Slide 4: Working (Methodology &amp; Logic)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Frontend Structure (HTML5):</a:t>
            </a:r>
            <a:r>
              <a:rPr lang="en-GB" sz="1100">
                <a:solidFill>
                  <a:schemeClr val="dk1"/>
                </a:solidFill>
              </a:rPr>
              <a:t> Used semantic elements (Header, Section, Footer) to ensure a clean document object model (DOM).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Styling (CSS3):</a:t>
            </a:r>
            <a:r>
              <a:rPr lang="en-GB" sz="1100">
                <a:solidFill>
                  <a:schemeClr val="dk1"/>
                </a:solidFill>
              </a:rPr>
              <a:t> Implemented a mobile-first approach using </a:t>
            </a:r>
            <a:r>
              <a:rPr b="1" lang="en-GB" sz="1100">
                <a:solidFill>
                  <a:schemeClr val="dk1"/>
                </a:solidFill>
              </a:rPr>
              <a:t>Flexbox</a:t>
            </a:r>
            <a:r>
              <a:rPr lang="en-GB" sz="1100">
                <a:solidFill>
                  <a:schemeClr val="dk1"/>
                </a:solidFill>
              </a:rPr>
              <a:t> and </a:t>
            </a:r>
            <a:r>
              <a:rPr b="1" lang="en-GB" sz="1100">
                <a:solidFill>
                  <a:schemeClr val="dk1"/>
                </a:solidFill>
              </a:rPr>
              <a:t>CSS Grid</a:t>
            </a:r>
            <a:r>
              <a:rPr lang="en-GB" sz="1100">
                <a:solidFill>
                  <a:schemeClr val="dk1"/>
                </a:solidFill>
              </a:rPr>
              <a:t> for a fully responsive UI.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Logic (JavaScript):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Event Listeners:</a:t>
            </a:r>
            <a:r>
              <a:rPr lang="en-GB" sz="1100">
                <a:solidFill>
                  <a:schemeClr val="dk1"/>
                </a:solidFill>
              </a:rPr>
              <a:t> Used to detect changes in the booking form (duration/overnight toggle).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The Algorithm:</a:t>
            </a:r>
            <a:br>
              <a:rPr b="1"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$$\text{Total Cost} = (\text{Hourly Rate} \times \text{Hours}) + \text{Overnight Premium}$$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-GB" sz="1100">
                <a:solidFill>
                  <a:schemeClr val="dk1"/>
                </a:solidFill>
              </a:rPr>
              <a:t>Real-time Feedback:</a:t>
            </a:r>
            <a:r>
              <a:rPr lang="en-GB" sz="1100">
                <a:solidFill>
                  <a:schemeClr val="dk1"/>
                </a:solidFill>
              </a:rPr>
              <a:t> JavaScript updates the DOM dynamically to show the booking summary and confirmation without page reloads.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>
                <a:solidFill>
                  <a:srgbClr val="980000"/>
                </a:solidFill>
              </a:rPr>
              <a:t>5. </a:t>
            </a:r>
            <a:r>
              <a:rPr lang="en-GB" sz="1600">
                <a:solidFill>
                  <a:srgbClr val="980000"/>
                </a:solidFill>
              </a:rPr>
              <a:t> </a:t>
            </a:r>
            <a:r>
              <a:rPr lang="en-GB" sz="1700">
                <a:solidFill>
                  <a:srgbClr val="A81B50"/>
                </a:solidFill>
              </a:rPr>
              <a:t>Results &amp; Conclusion</a:t>
            </a:r>
            <a:endParaRPr sz="2700">
              <a:solidFill>
                <a:srgbClr val="A81B5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</a:rPr>
              <a:t>Slide 5: Results &amp; Conclusion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Outcome:</a:t>
            </a:r>
            <a:r>
              <a:rPr lang="en-GB" sz="1100">
                <a:solidFill>
                  <a:schemeClr val="dk1"/>
                </a:solidFill>
              </a:rPr>
              <a:t> Successfully developed a functional prototype that demonstrates the practical application of frontend technologies.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Learning Value:</a:t>
            </a:r>
            <a:r>
              <a:rPr lang="en-GB" sz="1100">
                <a:solidFill>
                  <a:schemeClr val="dk1"/>
                </a:solidFill>
              </a:rPr>
              <a:t> The project highlights the importance of </a:t>
            </a:r>
            <a:r>
              <a:rPr b="1" lang="en-GB" sz="1100">
                <a:solidFill>
                  <a:schemeClr val="dk1"/>
                </a:solidFill>
              </a:rPr>
              <a:t>Responsive Design</a:t>
            </a:r>
            <a:r>
              <a:rPr lang="en-GB" sz="1100">
                <a:solidFill>
                  <a:schemeClr val="dk1"/>
                </a:solidFill>
              </a:rPr>
              <a:t> and </a:t>
            </a:r>
            <a:r>
              <a:rPr b="1" lang="en-GB" sz="1100">
                <a:solidFill>
                  <a:schemeClr val="dk1"/>
                </a:solidFill>
              </a:rPr>
              <a:t>User Interface (UI)</a:t>
            </a:r>
            <a:r>
              <a:rPr lang="en-GB" sz="1100">
                <a:solidFill>
                  <a:schemeClr val="dk1"/>
                </a:solidFill>
              </a:rPr>
              <a:t> logic in creating professional service platforms.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 sz="1100">
                <a:solidFill>
                  <a:schemeClr val="dk1"/>
                </a:solidFill>
              </a:rPr>
              <a:t>Final Impact:</a:t>
            </a:r>
            <a:r>
              <a:rPr lang="en-GB" sz="1100">
                <a:solidFill>
                  <a:schemeClr val="dk1"/>
                </a:solidFill>
              </a:rPr>
              <a:t> SeniorCare Connect provides a structured, user-friendly interface that bridges the gap between caregivers and families.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92" name="Google Shape;92;p1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